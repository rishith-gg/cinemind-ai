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Volumes-externalssd-cinemind/81b00c71-03f9-4a6e-ad6c-0bbb98096873/scratchpad/report/vit_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65760"/>
            <a:ext cx="448056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BCSE306L – Artificial Intelligence · Slot C1 + TC1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23774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4306E"/>
                </a:solidFill>
              </a:rPr>
              <a:t>CineMind AI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A local-first, explainable AI assistant for video pre-editing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Rishith Raj G  (24BCE0175)     ·     Hrishikesh Acharya  (24BDS0231)     ·     Krish Singh  (24BDS0235)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School of Computer Science and Engineering · VIT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shoot produces hundreds of clips: repeated takes, mixed frame rates, soft or badly exposed shots, speech in several languages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editing starts, someone must watch, log, discard, find each line's best take and build a first assembly: hours of manual work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help is fragmented: Premiere text editing, Resolve 20 IntelliScript (paid Studio), search plug-ins; often cloud-based and unexplained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models solve single tasks (shots, scenes, cut plausibility, moment retrieval) on edited films, on GPUs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organise, search, rank and assemble raw footage on the filmmaker's own laptop, and explain every decision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principles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67512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unorganised footage folder into a searchable, ranked library and an editable AI-assisted rough cut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DaVinci Resolve (FCP7 XML), EDL and OpenTimelineIO, so the human editor finishes the film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Local-first: no cloud, no paid APIs, no internet while processing; runs on CPU (Apple M1, 8 GB)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Non-destructive: source footage is never modified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and honest: every tag, rank and cut stores its inputs; every reported number comes from an evaluation script</a:t>
            </a:r>
            <a:endParaRPr lang="en-US" sz="1800" dirty="0"/>
          </a:p>
        </p:txBody>
      </p:sp>
      <p:pic>
        <p:nvPicPr>
          <p:cNvPr id="6" name="Image 0" descr="/Volumes/externalssd/cinemind/docs/report/screens/03_libr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06640" y="1280160"/>
            <a:ext cx="448056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4</a:t>
            </a:r>
            <a:endParaRPr lang="en-US" sz="1000" dirty="0"/>
          </a:p>
        </p:txBody>
      </p:sp>
      <p:pic>
        <p:nvPicPr>
          <p:cNvPr id="5" name="Image 0" descr="/private/tmp/claude-501/-Volumes-externalssd-cinemind/81b00c71-03f9-4a6e-ad6c-0bbb98096873/scratchpad/report/fig/fig1_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11064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pipeline: existing models + our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Stage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Model / library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Our contribution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Shots &amp; keyframes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PySceneDetect (adaptive)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sharpest keyframes, false-cut reporting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Technical quality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OpenCV, EBU R128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re-blur focus measure, calibrated flags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Transcription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faster-whisper (Whisper small)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uncertainty marking, per-project languages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Faces → actors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YuNet + SFace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quality filter, tracking, constrained clustering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Embeddings &amp; tags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OpenCLIP / SigLIP, MiniLM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thresholds calibrated to 0.9 precision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Search &amp; ranking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SQLite FTS5 (BM25), FAISS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RRF fusion, explained weighted rank, MMR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Takes, script, rough cut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difflib, OpenTimelineIO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best-take signals, alignment, brief → timeline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hybrid search and ranking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7548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lists: spoken words (BM25), labels, meaning of speech, picture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Fusion: score = Σ 1 / (60 + rank)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rank: relevance, quality, selects, person, scene − duplicate penalty (MMR)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shows value × weight = contribution; what-if sliders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reference picture ('more like this')</a:t>
            </a:r>
            <a:endParaRPr lang="en-US" sz="1700" dirty="0"/>
          </a:p>
        </p:txBody>
      </p:sp>
      <p:pic>
        <p:nvPicPr>
          <p:cNvPr id="6" name="Image 0" descr="/Volumes/externalssd/cinemind/docs/report/screens/14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6400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and script alignment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7548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groups: same words (≥ 0.6) or same picture (≥ 0.9) nearby; average linkage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take = focus, exposure, audio, completeness, clean delivery (flubs, fillers, cut-off)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can overrule; corrections survive re-processing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page: each screenplay line → up to 5 takes; never-filmed lines rejected → script-ordered assembly</a:t>
            </a:r>
            <a:endParaRPr lang="en-US" sz="1700" dirty="0"/>
          </a:p>
        </p:txBody>
      </p:sp>
      <p:pic>
        <p:nvPicPr>
          <p:cNvPr id="6" name="Image 0" descr="/Volumes/externalssd/cinemind/docs/report/screens/08_tak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6400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rough cut → DaVinci Resolve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7548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'45 second sequence about friends at the waterfall'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ranking → quality ≥ 0.5, ≥ 1.5 s → one take per group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to whole sentences (+0.25 s) or 6 s around the match; fit length ±10 %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trim, swap (other takes first), preview; each clip explains why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FCP7 XML / EDL / OTIO / SRT with reason markers; imported in Resolve 21.1</a:t>
            </a:r>
            <a:endParaRPr lang="en-US" sz="1700" dirty="0"/>
          </a:p>
        </p:txBody>
      </p:sp>
      <p:pic>
        <p:nvPicPr>
          <p:cNvPr id="6" name="Image 0" descr="/Volumes/externalssd/cinemind/docs/report/screens/11_timeline_edi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097280"/>
            <a:ext cx="64008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component accuracy (our pipeline, public data)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9</a:t>
            </a:r>
            <a:endParaRPr lang="en-US" sz="1000" dirty="0"/>
          </a:p>
        </p:txBody>
      </p:sp>
      <p:pic>
        <p:nvPicPr>
          <p:cNvPr id="5" name="Image 0" descr="/private/tmp/claude-501/-Volumes-externalssd-cinemind/81b00c71-03f9-4a6e-ad6c-0bbb98096873/scratchpad/report/fig/fig3_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669280" cy="2651760"/>
          </a:xfrm>
          <a:prstGeom prst="rect">
            <a:avLst/>
          </a:prstGeom>
        </p:spPr>
      </p:pic>
      <p:pic>
        <p:nvPicPr>
          <p:cNvPr id="6" name="Image 1" descr="/private/tmp/claude-501/-Volumes-externalssd-cinemind/81b00c71-03f9-4a6e-ad6c-0bbb98096873/scratchpad/report/fig/fig4_fac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005840"/>
            <a:ext cx="5669280" cy="2651760"/>
          </a:xfrm>
          <a:prstGeom prst="rect">
            <a:avLst/>
          </a:prstGeom>
        </p:spPr>
      </p:pic>
      <p:pic>
        <p:nvPicPr>
          <p:cNvPr id="7" name="Image 2" descr="/private/tmp/claude-501/-Volumes-externalssd-cinemind/81b00c71-03f9-4a6e-ad6c-0bbb98096873/scratchpad/report/fig/fig5_tag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749040"/>
            <a:ext cx="5669280" cy="2743200"/>
          </a:xfrm>
          <a:prstGeom prst="rect">
            <a:avLst/>
          </a:prstGeom>
        </p:spPr>
      </p:pic>
      <p:pic>
        <p:nvPicPr>
          <p:cNvPr id="8" name="Image 3" descr="/private/tmp/claude-501/-Volumes-externalssd-cinemind/81b00c71-03f9-4a6e-ad6c-0bbb98096873/scratchpad/report/fig/fig2_quality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17920" y="374904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search, script and rough cut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10</a:t>
            </a:r>
            <a:endParaRPr lang="en-US" sz="1000" dirty="0"/>
          </a:p>
        </p:txBody>
      </p:sp>
      <p:pic>
        <p:nvPicPr>
          <p:cNvPr id="5" name="Image 0" descr="/private/tmp/claude-501/-Volumes-externalssd-cinemind/81b00c71-03f9-4a6e-ad6c-0bbb98096873/scratchpad/report/fig/fig6_se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669280" cy="2743200"/>
          </a:xfrm>
          <a:prstGeom prst="rect">
            <a:avLst/>
          </a:prstGeom>
        </p:spPr>
      </p:pic>
      <p:pic>
        <p:nvPicPr>
          <p:cNvPr id="6" name="Image 1" descr="/private/tmp/claude-501/-Volumes-externalssd-cinemind/81b00c71-03f9-4a6e-ad6c-0bbb98096873/scratchpad/report/fig/fig7_scrip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005840"/>
            <a:ext cx="5669280" cy="2743200"/>
          </a:xfrm>
          <a:prstGeom prst="rect">
            <a:avLst/>
          </a:prstGeom>
        </p:spPr>
      </p:pic>
      <p:pic>
        <p:nvPicPr>
          <p:cNvPr id="7" name="Image 2" descr="/private/tmp/claude-501/-Volumes-externalssd-cinemind/81b00c71-03f9-4a6e-ad6c-0bbb98096873/scratchpad/report/fig/fig8_roughcu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65760" y="3794760"/>
            <a:ext cx="5669280" cy="2606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0800" y="3840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Key numbers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WER 4.70 % (Whisper small, CPU)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Actor grouping B-cubed F1 0.993 (LFW)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Search nDCG@10 0.907, MRR 0.971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Script: 83 % of transcribed lines found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Rough cut in 0.2 s, within 10 % of length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</a:rPr>
              <a:t>Search/take labels made with an AI assistant: indicative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tools and research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371600"/>
                <a:gridCol w="1371600"/>
                <a:gridCol w="1371600"/>
                <a:gridCol w="1463040"/>
                <a:gridCol w="1188720"/>
                <a:gridCol w="1463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Local on CPU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Search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Rough cut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Takes / script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Explains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NLE export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CineMind AI (ours)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XML / EDL / OTIO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Premiere Text-Based Editing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in Premiere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transcript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manual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native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Resolve 20 IntelliScript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Studio (paid)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limited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from script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script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native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Jumper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✓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partly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plug-in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CLIP4Clip / QVHighlights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GPU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text→video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Learning to Cut / AVE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GPU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cut scoring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✗</a:t>
                      </a:r>
                      <a:endParaRPr lang="en-US" sz="15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306E"/>
                </a:solidFill>
              </a:rPr>
              <a:t>We do not beat specialised GPU models on their own benchmarks. What we add is the combination: local, explained, end-to-end to an editable timeline.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features depend on speech recognition: noisy audio and Kannada are poorly transcribed by small Whisper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take labels were made with an AI assistant; user studies with real editors are next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footage has few real retakes and no hand-marked cuts, so shot and take figures are sanity checks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of scenes, takes and ranking weights are conventions; learned re-weighting from selects/rejects is future work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word-level speech-aware trimming, speaker diarisation, multilingual models, desktop packaging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30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515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 (equal effort)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503920" y="6446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CineMind AI · BCSE306L ·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657600" cy="51206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6E"/>
                </a:solidFill>
              </a:rPr>
              <a:t>Rishith Raj G (24BCE0175)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Backend architecture: FastAPI, SQLite, job worker, cached stages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Ingest, proxies, shot detection, keyframes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Export to FCP7 XML / EDL / OTIO; Resolve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Speech: faster-whisper, script alignment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Report: intro, methodology, approach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097280"/>
            <a:ext cx="3657600" cy="51206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1188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6E"/>
                </a:solidFill>
              </a:rPr>
              <a:t>Hrishikesh Acharya (24BDS0231)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34840" y="182880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Technical quality metrics and calibration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Faces → actors: YuNet/SFace, clustering, LFW evaluation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CLIP/SigLIP and MiniLM embeddings, calibrated tags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Scenes and take detection with best-take signals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Report: datasets, results, gaps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657600" cy="5120640"/>
          </a:xfrm>
          <a:prstGeom prst="roundRect">
            <a:avLst>
              <a:gd name="adj" fmla="val 2500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0" y="11887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06E"/>
                </a:solidFill>
              </a:rPr>
              <a:t>Krish Singh (24BDS0235)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75320" y="1828800"/>
            <a:ext cx="33832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React + TypeScript user interface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Hybrid search, RRF, explainable ranking, evaluation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Rough-cut engine and timeline editor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Playwright / Vitest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Report: comparison, user manual, PPT, demo video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0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E7FF"/>
                </a:solidFill>
              </a:rPr>
              <a:t>Not an auto-editor: an assistant that does the organising so the editor can do the editing.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Demo · Source · Report: see the Appendix of the project document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CineMind AI: A Local-First, Explainable AI Assistant for Video Pre-Editing</dc:title>
  <dc:subject>PptxGenJS Presentation</dc:subject>
  <dc:creator>PptxGenJS</dc:creator>
  <cp:lastModifiedBy>PptxGenJS</cp:lastModifiedBy>
  <cp:revision>1</cp:revision>
  <dcterms:created xsi:type="dcterms:W3CDTF">2026-10-16T07:32:47Z</dcterms:created>
  <dcterms:modified xsi:type="dcterms:W3CDTF">2026-10-16T07:32:47Z</dcterms:modified>
</cp:coreProperties>
</file>